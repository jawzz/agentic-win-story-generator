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classify; bots verify; humans adjudicate.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585216"/>
            <a:ext cx="201168" cy="201168"/>
          </a:xfrm>
          <a:prstGeom prst="ellipse">
            <a:avLst/>
          </a:prstGeom>
          <a:noFill/>
          <a:ln w="1905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5776" y="668700"/>
            <a:ext cx="88513" cy="34198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2934" y="641543"/>
            <a:ext cx="34198" cy="88513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539496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Poppins"/>
              </a:rPr>
              <a:t>Manual review slow.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classify.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94759"/>
            <a:ext cx="33802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94759"/>
            <a:ext cx="33802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904487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pic>
        <p:nvPicPr>
          <p:cNvPr id="26" name="Picture 25" descr="bpm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144" y="3886199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59536" y="4105655"/>
            <a:ext cx="31607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</a:t>
            </a:r>
          </a:p>
        </p:txBody>
      </p:sp>
      <p:sp>
        <p:nvSpPr>
          <p:cNvPr id="28" name="Chevron 27"/>
          <p:cNvSpPr/>
          <p:nvPr/>
        </p:nvSpPr>
        <p:spPr>
          <a:xfrm>
            <a:off x="4142232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3880" y="3794759"/>
            <a:ext cx="33802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3880" y="3794759"/>
            <a:ext cx="33802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1896" y="3904487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pic>
        <p:nvPicPr>
          <p:cNvPr id="32" name="Picture 31" descr="bpmn_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4" y="3886199"/>
            <a:ext cx="201168" cy="2011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01896" y="4105655"/>
            <a:ext cx="31607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</a:t>
            </a:r>
          </a:p>
        </p:txBody>
      </p:sp>
      <p:sp>
        <p:nvSpPr>
          <p:cNvPr id="34" name="Chevron 33"/>
          <p:cNvSpPr/>
          <p:nvPr/>
        </p:nvSpPr>
        <p:spPr>
          <a:xfrm>
            <a:off x="7784592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6240" y="3794759"/>
            <a:ext cx="33802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6240" y="3794759"/>
            <a:ext cx="338023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44256" y="3904487"/>
            <a:ext cx="3160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03  HUMAN</a:t>
            </a:r>
          </a:p>
        </p:txBody>
      </p:sp>
      <p:pic>
        <p:nvPicPr>
          <p:cNvPr id="38" name="Picture 37" descr="bpmn_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3864" y="3886199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144256" y="4105655"/>
            <a:ext cx="31607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20640"/>
            <a:ext cx="11274552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5212079"/>
            <a:ext cx="1081735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5614416"/>
            <a:ext cx="1081735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savings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