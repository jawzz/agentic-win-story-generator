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Fox" userId="e16aa7f2-c47e-48be-94dd-411242e83d8c" providerId="ADAL" clId="{7E9C7D2E-0CF6-478E-B04A-60F7DD7576F9}"/>
    <pc:docChg chg="delSld">
      <pc:chgData name="Josh Fox" userId="e16aa7f2-c47e-48be-94dd-411242e83d8c" providerId="ADAL" clId="{7E9C7D2E-0CF6-478E-B04A-60F7DD7576F9}" dt="2026-04-22T16:51:54.223" v="0" actId="47"/>
      <pc:docMkLst>
        <pc:docMk/>
      </pc:docMkLst>
      <pc:sldChg chg="del">
        <pc:chgData name="Josh Fox" userId="e16aa7f2-c47e-48be-94dd-411242e83d8c" providerId="ADAL" clId="{7E9C7D2E-0CF6-478E-B04A-60F7DD7576F9}" dt="2026-04-22T16:51:54.223" v="0" actId="47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316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316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316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1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1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1A2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561</Words>
  <Application>Microsoft Office PowerPoint</Application>
  <PresentationFormat>Widescreen</PresentationFormat>
  <Paragraphs>132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 Fox</cp:lastModifiedBy>
  <cp:revision>1</cp:revision>
  <dcterms:created xsi:type="dcterms:W3CDTF">2013-01-27T09:14:16Z</dcterms:created>
  <dcterms:modified xsi:type="dcterms:W3CDTF">2026-04-22T16:52:03Z</dcterms:modified>
  <cp:category/>
</cp:coreProperties>
</file>