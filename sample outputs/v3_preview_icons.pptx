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493776"/>
            <a:ext cx="201168" cy="201168"/>
          </a:xfrm>
          <a:prstGeom prst="ellipse">
            <a:avLst/>
          </a:prstGeom>
          <a:noFill/>
          <a:ln w="1905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25776" y="577260"/>
            <a:ext cx="88513" cy="34198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2934" y="550103"/>
            <a:ext cx="34198" cy="88513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865" y="448056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classify; Unattended Robots verify eligibility.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91109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pic>
        <p:nvPicPr>
          <p:cNvPr id="36" name="Picture 35" descr="bpm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07" y="3886199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9536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</a:t>
            </a:r>
          </a:p>
        </p:txBody>
      </p:sp>
      <p:sp>
        <p:nvSpPr>
          <p:cNvPr id="38" name="Chevron 37"/>
          <p:cNvSpPr/>
          <p:nvPr/>
        </p:nvSpPr>
        <p:spPr>
          <a:xfrm>
            <a:off x="2673095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04743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04743" y="3794759"/>
            <a:ext cx="191109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32760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pic>
        <p:nvPicPr>
          <p:cNvPr id="42" name="Picture 41" descr="bpmn_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232" y="3886199"/>
            <a:ext cx="201168" cy="201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032760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codes</a:t>
            </a:r>
          </a:p>
        </p:txBody>
      </p:sp>
      <p:sp>
        <p:nvSpPr>
          <p:cNvPr id="44" name="Chevron 43"/>
          <p:cNvSpPr/>
          <p:nvPr/>
        </p:nvSpPr>
        <p:spPr>
          <a:xfrm>
            <a:off x="4846319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77967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77967" y="3794759"/>
            <a:ext cx="191109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05983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pic>
        <p:nvPicPr>
          <p:cNvPr id="48" name="Picture 47" descr="bpm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456" y="3886199"/>
            <a:ext cx="201168" cy="2011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205983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eligibility</a:t>
            </a:r>
          </a:p>
        </p:txBody>
      </p:sp>
      <p:sp>
        <p:nvSpPr>
          <p:cNvPr id="50" name="Chevron 49"/>
          <p:cNvSpPr/>
          <p:nvPr/>
        </p:nvSpPr>
        <p:spPr>
          <a:xfrm>
            <a:off x="7019543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51192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51192" y="3794759"/>
            <a:ext cx="191109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208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04  AGENT</a:t>
            </a:r>
          </a:p>
        </p:txBody>
      </p:sp>
      <p:pic>
        <p:nvPicPr>
          <p:cNvPr id="54" name="Picture 53" descr="bpmn_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886199"/>
            <a:ext cx="201168" cy="20116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379208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</a:t>
            </a:r>
          </a:p>
        </p:txBody>
      </p:sp>
      <p:sp>
        <p:nvSpPr>
          <p:cNvPr id="56" name="Chevron 55"/>
          <p:cNvSpPr/>
          <p:nvPr/>
        </p:nvSpPr>
        <p:spPr>
          <a:xfrm>
            <a:off x="9192768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24416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24416" y="3794759"/>
            <a:ext cx="191109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52432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05  HUMAN</a:t>
            </a:r>
          </a:p>
        </p:txBody>
      </p:sp>
      <p:pic>
        <p:nvPicPr>
          <p:cNvPr id="60" name="Picture 59" descr="bpmn_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904" y="3886199"/>
            <a:ext cx="201168" cy="20116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552432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savings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reduction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Days in queue   ·   ↑ First-pass rate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