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402336"/>
            <a:ext cx="201168" cy="201168"/>
          </a:xfrm>
          <a:prstGeom prst="ellipse">
            <a:avLst/>
          </a:prstGeom>
          <a:noFill/>
          <a:ln w="1905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5776" y="485820"/>
            <a:ext cx="88513" cy="34198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2934" y="458663"/>
            <a:ext cx="34198" cy="88513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356616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