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3B8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2540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1753" y="444124"/>
            <a:ext cx="96560" cy="26151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6957" y="408919"/>
            <a:ext cx="26151" cy="9656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283464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